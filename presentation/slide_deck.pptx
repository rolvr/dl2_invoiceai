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we're presenting an end-to-end pipeline that takes a scanned invoice image and decides whether it's ready to become a structured digital obligation record - with a transparent, user-configurable verdict, not a black box. Five of us, five stages, one shared interface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Pistac.io framing: a digital obligation record is a machine-readable summary of what an invoice obligates the business to do, and by when, that downstream systems can act on without a human reading the source image first. At real volume, manual review is the bottleneck we're targeting.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split the problem into detection (where), reading (what), and judgment (is it enough). That separation is what let five people work in parallel on independent, testable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notebook publishes its outputs to Google Drive; Hessam's integration stage consumes all four upstream outputs and produces one JSON per invoice plus the verdict. document_id is the join key across every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part out loud - it's a strength, not a weakness, to be upfront about it. Our metrics are real numbers on each dataset's own held-out split. Applying to invoices is an honest, disclosed domain-transfer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Garbage in, garbage out. If the manifest is wrong, every downstream metric is wrong. The annotation-aware resampling was a real trade-off: full labels vs. cross-batch visual variety. Catching the batch_3 duplication before it leaked into train/test splits was one of the more important engineering wins in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per-class, never a blended score - a 'must be signed' business rule cares about the signature number specifically. Signature recall (0.638) is lower than precision (0.894) - the model is conservative, it misses some real signatures (382 false negatives) rather than over-calling them. The mask-to-box derivation for StaVer was the trickiest engineering piece of this notebook - know it cold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Jordan's date/total/company boxes get a second life in the app: crop + OCR just that region to localize and read key fields - this feeds the verdict engine's date rule. date has the lowest precision (0.756) of the four named classes - dates are short, numeric, and easy to confuse with other short numeric text on a receipt.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name the denominator when reporting the secondary number - it's honest and it's a strength to volunteer this, not something a professor has to extract with a follow-up question. Required-field presence: PO Reference 54.7%, Order Number 19.9% - the two that actually gate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subtle but important point: we didn't fork Damir's logic, we re-ran his exact shared functions against a different text source at integration time - so results stay comparable and auditable back to one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headline feature. A compliance officer, an AP clerk, and an auditor may reasonably want different thresholds - so the policy is exposed as configuration, not buried in code. And a readiness gate must never pass what it cannot confirm - that's why we chose fail-closed as the default, and we show it transparently in the breakdown rather than hiding the 'unknown'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verdict engine is a real, configurable system - same 750 invoices, different honest outcomes. The strict Default is ~0% because the corpus carries no PO/contract references (an earlier 63.3% there was a loose-matching artifact, since corrected); Strict is 0% because there are no stamps/signatures - fail-closed working as intended. Because the strict gate can't differentiate this corpus, we add a standardized graded completeness score (Ready 42%, Needs review 12%, Not ready 46%) that yields a meaningful, auditable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[SHOW: switch policy presets live - Default / Strict / Lenient - and watch the verdict and the batch roll-up count change in real time.] This is the moment that makes 'configurable' concrete instead of just a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final numbers - traceable to each metrics JSON or the final_pipeline_report.md. State the strict readiness spread (Lenient 100% / Default ~0% / Strict 0%) and the graded completeness score (Ready 42%) if asked; the earlier Default 63.3% was a loose-matching artifact, since corrected, and Strict=0% is the fail-closed design on an unsigned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is stated plainly because owning a limitation is a stronger position than hiding it - and because it's true. Rehearse being able to explain why each trade-off was made, not just that it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honesty theme: the biggest lever for improving this system isn't a bigger model, it's more invoice-native ground truth. That's a data problem, not a modeling problem, and we want to be clear about that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floor. Each of us can speak in depth to our own stage - route detection/model questions to Diana or Jordan, OCR/extraction questions to Damir, data-quality questions to Rolando, and integration/app/verdict-engine questions to Hessam.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Invoice Region Detection &amp; Business-Parameter Extraction</a:t>
            </a:r>
          </a:p>
          <a:p>
            <a:r>
              <a:rPr sz="2200" i="1">
                <a:solidFill>
                  <a:srgbClr val="CFE0F2"/>
                </a:solidFill>
              </a:rPr>
              <a:t>From Scanned Invoice to Obligation-Readiness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Rolando · Diana · Jordan · Damir · Hessam</a:t>
            </a:r>
          </a:p>
          <a:p>
            <a:r>
              <a:rPr sz="1600">
                <a:solidFill>
                  <a:srgbClr val="CFE0F2"/>
                </a:solidFill>
              </a:rPr>
              <a:t>Deep Learning II — Group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949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A business receives thousands of invoices as images/scans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Before an invoice can feed an automated finance workflow, someone must check: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– Is it signed or stamped?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– Does it cite a PO / contract / work order?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– Does it state clear payment terms and a valid date?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Manual triage doesn't scale — slow, inconsistent, delays payment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Goal: read an invoice image → structured JSON + a transparent Ready / Not-ready verdict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Why This Is a Vision + OCR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949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Not just "read the text" — first you must know where to look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Detect visual marks (stamp/signature) and business regions before running OCR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OCR only the relevant crops → faster, more accurate than OCR-everything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Then apply rule-based extraction to the OCR'd text for structured fields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Finally, judge the extracted signals against a user-defined policy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Pipeline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8883" y="2377440"/>
            <a:ext cx="1965960" cy="1463040"/>
          </a:xfrm>
          <a:prstGeom prst="roundRect">
            <a:avLst/>
          </a:prstGeom>
          <a:solidFill>
            <a:srgbClr val="2A78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01 Rolando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Data ingestion
invoice_manifest.csv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90875" y="2377440"/>
            <a:ext cx="1965960" cy="1463040"/>
          </a:xfrm>
          <a:prstGeom prst="roundRect">
            <a:avLst/>
          </a:prstGeom>
          <a:solidFill>
            <a:srgbClr val="EB683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02 Diana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Stamp/Signature
YOLOv8n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12867" y="2377440"/>
            <a:ext cx="1965960" cy="1463040"/>
          </a:xfrm>
          <a:prstGeom prst="roundRect">
            <a:avLst/>
          </a:prstGeom>
          <a:solidFill>
            <a:srgbClr val="1BAF7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03 Jordan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Region Detection
YOLOv8n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4859" y="2377440"/>
            <a:ext cx="1965960" cy="1463040"/>
          </a:xfrm>
          <a:prstGeom prst="roundRect">
            <a:avLst/>
          </a:prstGeom>
          <a:solidFill>
            <a:srgbClr val="FAB21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04 Damir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OCR + Params/Terms
EasyOCR +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56851" y="2377440"/>
            <a:ext cx="1965960" cy="146304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05 Hessam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Integration +
Verdict Engine +
Streamlit App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34843" y="3035808"/>
            <a:ext cx="256032" cy="146304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856835" y="3035808"/>
            <a:ext cx="256032" cy="146304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078827" y="3035808"/>
            <a:ext cx="256032" cy="146304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300819" y="3035808"/>
            <a:ext cx="256032" cy="146304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08960" y="4297680"/>
            <a:ext cx="5943600" cy="822960"/>
          </a:xfrm>
          <a:prstGeom prst="roundRect">
            <a:avLst/>
          </a:prstGeom>
          <a:solidFill>
            <a:srgbClr val="F2F2F0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02020"/>
                </a:solidFill>
              </a:rPr>
              <a:t>Final JSON per invoice + Ready/Not-ready verdict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840480"/>
            <a:ext cx="0" cy="457200"/>
          </a:xfrm>
          <a:prstGeom prst="bentConnector3">
            <a:avLst/>
          </a:prstGeom>
          <a:ln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Datasets — and an Honest Domain Gap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Used by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Invoice batches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~5,201 unique real scans; 750 sampled; batch_1 has real annotations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Rolando,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OCR Dataset of Multi-type Documents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973 receipts, 100% annotated, 52,331 real boxes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Jordan, Damir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SignverOD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2,765 document images, signature boxes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Diana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StaVer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400 scans, stamp ground-truth masks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Diana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840480"/>
            <a:ext cx="6949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None of these are invoices. Detectors train on the best real labelled data, then get applied to invoices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On invoices: we report detection counts, not accuracy — there's no invoice-level ground truth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Rolando — Data Ingestion &amp; the Manifest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No model — this is data engineering, and the whole pipeline's honesty starts here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Builds invoice_manifest.csv: document_id, image_path, width, height, split, has_ground_truth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Annotation-aware resampling: naive sampling → 26.3% GT coverage → resampled to 100% (750 rows, split 525/120/105)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Caught real data leakage: batch_3 secretly duplicates batches 1-2 → true unique count = 5,201, not 8,181 → duplicates excluded</a:t>
            </a:r>
          </a:p>
        </p:txBody>
      </p:sp>
      <p:pic>
        <p:nvPicPr>
          <p:cNvPr id="4" name="Picture 3" descr="sample_invoic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03298"/>
            <a:ext cx="4937760" cy="40914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Diana — Stamp &amp; Signature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Model: YOLOv8n, single 2-class detector (stamp, signature — never merged)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SignverOD: normalized boxes → pixels; only category 1 (signature) kept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StaVer: ships no boxes, only masks → boxes derived via connectedComponentsWithStats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Budget-optimized run: ≤50 epochs, imgsz 640 (reduced after GPU exhaustion at epoch 86)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Invoice inference: 0 of 750 invoices have any detection — corpus is clean, unsigned digital templates (honest domain-gap result, not a model failure)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480560"/>
          <a:ext cx="58521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Mean IoU</a:t>
                      </a:r>
                    </a:p>
                  </a:txBody>
                  <a:tcPr>
                    <a:solidFill>
                      <a:srgbClr val="EB683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</a:rPr>
                        <a:t>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</a:rPr>
                        <a:t>0.903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</a:rP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</a:rPr>
                        <a:t>0.822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</a:rPr>
                        <a:t>signature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</a:rPr>
                        <a:t>0.894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</a:rPr>
                        <a:t>0.638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020"/>
                          </a:solidFill>
                        </a:rPr>
                        <a:t>0.815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stamp_signature_detection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18360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Jordan — Region Detection &amp; IoU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Model: YOLOv8n, 5-class detector: company, date, address, total, other_text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OCR Dataset gives text boxes with no class + entity values with no coordinates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Join by fuzzy-matching entity text to box text (rapidfuzz, threshold 88)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Challenge: other_text massively outnumbers the four field classes → report per-class, never a single mAP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Invoice inference: 750 of 750 invoices carry a region detection (domain shift, counts only)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114800"/>
          <a:ext cx="5852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352697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Mean IoU</a:t>
                      </a:r>
                    </a:p>
                  </a:txBody>
                  <a:tcPr>
                    <a:solidFill>
                      <a:srgbClr val="1BAF7A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company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0.897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0.819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0.756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0.855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0.812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address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0.763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0.783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0.887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other_text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Macro mean IoU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202020"/>
                          </a:solidFill>
                        </a:rPr>
                        <a:t>0.873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region_detection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694622"/>
            <a:ext cx="5029200" cy="2200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Damir — OCR, Parameters &amp;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OCR: EasyOCR (deep-learning, GPU) — vs Tesseract/PaddleOCR: stronger accuracy, simple setup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Rule-based extraction (parameter_checker.py, terms_extraction.py) — transparent, user-extensible via config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Two eval sets, always reported together, never one headline number: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– Primary (98 receipts, real GT): CER 0.2152 / WER 0.5423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– Secondary (120 clean invoices): CER 0.0002 / WER 0.0015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Payment terms nearly absent from corpus: 99.6% have a date, only 0.4% have day-based terms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5029200"/>
          <a:ext cx="107899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FAB2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Receipts (primary)</a:t>
                      </a:r>
                    </a:p>
                  </a:txBody>
                  <a:tcPr>
                    <a:solidFill>
                      <a:srgbClr val="FAB2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Invoices (secondary)</a:t>
                      </a:r>
                    </a:p>
                  </a:txBody>
                  <a:tcPr>
                    <a:solidFill>
                      <a:srgbClr val="FAB21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</a:rPr>
                        <a:t>CER (mean)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</a:rPr>
                        <a:t>0.2152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</a:rPr>
                        <a:t>0.0002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</a:rPr>
                        <a:t>WER (mean)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</a:rPr>
                        <a:t>0.5423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</a:rPr>
                        <a:t>0.0015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</a:rPr>
                        <a:t>Docs scored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020"/>
                          </a:solidFill>
                        </a:rPr>
                        <a:t>120 / 750 with GT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Hessam — Integration &amp; the Final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Merges Diana + Jordan + Damir outputs into one JSON per invoice (document_id is the join key)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Schema fixed by model_interface_contract.md — visual elements, detected regions, required parameters, payment context, terms &amp; conditions, readiness, model metrics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Integration nuance: Damir's parameter/terms CSVs are keyed to the receipt dataset, not the 750 invoices → invoice-level signals are derived at integration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750 fused per-invoice JSON records produced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572000"/>
          <a:ext cx="107899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Invoices in manifest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Final-JSON records produced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750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Region boxes on invoices (other_text)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54,009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The Verdict Engine — User-Configurable, Fail-Closed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949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The user builds a policy from four toggleable rule types before judging any invoice: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– Visual mark — stamp OR/AND signature (or either alone)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– Reference number — any-of PO / Order / Contract / Work Order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– Invoice date range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– Payment terms — e.g. &gt; 30 days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Verdict = AND of every enabled rule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Fail-closed: missing evidence (unknown) counts as fail — never a silent pass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Pure logic, no I/O — independently unit-tested (src/verdict_engine.py, 9/9 passing)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The Readiness Spread — Same 750 Invoices, Two Views</a:t>
            </a:r>
          </a:p>
        </p:txBody>
      </p:sp>
      <p:pic>
        <p:nvPicPr>
          <p:cNvPr id="3" name="Picture 2" descr="readiness_by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573460"/>
            <a:ext cx="7772400" cy="31624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49240"/>
            <a:ext cx="6949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02020"/>
                </a:solidFill>
              </a:rPr>
              <a:t>• Strict policies (fail-closed): Lenient 750/750 (100%), Default ~0/750 (~0%), Strict 0/750 (0%)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02020"/>
                </a:solidFill>
              </a:rPr>
              <a:t>• Default ~0% = corpus carries no PO/contract references (earlier 63.3% was a matching artifact, corrected)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02020"/>
                </a:solidFill>
              </a:rPr>
              <a:t>• Graded completeness: Ready 315/750 (42.0%), Needs review 93 (12.4%), Not ready 342 (45.6%), mean 76.3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Live Demo — the Streamlit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949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Live Demo — upload or pick one invoice → annotated boxes → verdict card with per-rule breakdown → JSON / report download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Batch Gallery — apply the policy across all 750 invoices → "N of 750 pass" → filter, drill down, export the passing set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Model Report — each member's real metrics + local-CPU-vs-Colab-GPU comparison charts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Hybrid execution: gallery reads pre-computed results; a new upload runs the live 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Headline metric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Diana (stamp/signature)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Precision / Recall / Mean IoU per 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stamp 0.903/0.875/0.822 — signature 0.894/0.638/0.815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Jordan (regions)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Per-class Mean IoU, macro mean IoU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0.812–0.896 per class — macro 0.873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Damir (OCR)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CER / WER primary / CER secondary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0.2152 / 0.5423 (receipts) — 0.0002 (invoices)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Hessam (integration)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Readiness: strict / graded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</a:rPr>
                        <a:t>Default ~0%, Lenient 100%, Strict 0% / Ready 42.0% (315/750)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metrics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746" y="4480560"/>
            <a:ext cx="4596028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Limitations &amp; Honest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949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Domain gap: detectors train on documents/receipts, get applied to invoices — counts, not accuracy, on invoices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GT coverage: annotation CSVs exist only for batch_1 — resampling lifted coverage 26.3% → 100%, trading cross-batch variety for full labels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Data leakage caught: batch_3 duplicated batches 1-2 — true unique invoices = 5,201, not 8,181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Integration re-derivation: Damir's receipt-keyed CSVs → invoice signals derived at integration; batch-path coverage is bounded by available OCR/annotation text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Fail-closed by design: "Not-ready" includes both real failures and unconfirmed checks — always shown separately in the breakdown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• Compute budget: Diana's model trained at a reduced budget (≤50 epochs, imgsz 640) after a GPU-budget exhaustion at epoch 86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3A5C"/>
                </a:solidFill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949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A business-facing readiness question decomposes into independently trainable/evaluable stages, integrated through a fixed schema, judged by a transparent, configurable, fail-closed engine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Every stage evaluated on real, labelled data with real metrics; domain gap disclosed, not hidden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02020"/>
                </a:solidFill>
              </a:rPr>
              <a:t>• Future work: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– Collect invoice-native ground truth for stamp/signature/region boxes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– Extend annotation-aware sampling beyond batch_1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– A learned OCR-quality gate to distinguish "absent" from "OCR failed"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202020"/>
                </a:solidFill>
              </a:rPr>
              <a:t>– Expose confidence/fuzzy-match thresholds as live sidebar controls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Thank You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6949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FFFFF"/>
                </a:solidFill>
              </a:rPr>
              <a:t>• Rolando — Data Ingestion &amp; Manifest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FFFFF"/>
                </a:solidFill>
              </a:rPr>
              <a:t>• Diana — Stamp &amp; Signature Detection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FFFFF"/>
                </a:solidFill>
              </a:rPr>
              <a:t>• Jordan — Region Detection &amp; IoU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FFFFF"/>
                </a:solidFill>
              </a:rPr>
              <a:t>• Damir — OCR, Parameters &amp; Terms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FFFFF"/>
                </a:solidFill>
              </a:rPr>
              <a:t>• Hessam — Integration, Verdict Engine &amp; Streamlit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